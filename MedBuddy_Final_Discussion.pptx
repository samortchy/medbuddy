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MedBuddy is an AI-powered companion that helps elderly patients manage medications, daily wellness, and emergencies, while giving their caregivers remote visibility. Built with Flutter, FastAPI, Supabase and several AI services. Team04 — all members contributed across the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real-world need. Stress two user types: the patient (senior) and the caregiver (family member). The app bridges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 is stored in the Supabase JWT user_metadata and drives the entire UI. A patient and caregiver are connected through a link created by an invite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design decision: the Flutter app never touches the database directly. It authenticates with Supabase, gets a JWT, and sends it as a Bearer token to FastAPI. FastAPI validates the token and uses the service-role key for all DB access. This centralizes business logic and security on the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 per discussion-rubric item: technologies. Be ready to justify each: Riverpod for testable reactive state, Dio for interceptors, Supabase for auth+managed Postgres, OpenRouter to access Llama cheaply, Agora for low-latency video, FCM for reliable background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patient journey: onboard → daily reminders &amp; check-ins → talk to the AI buddy → log symptoms → in trouble, hit SOS. Emphasize senior-friendly UI: big text, high contrast, simple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caregiver side turns scattered data into peace of mind. All access is gated: a caregiver can only see patients they are explicitly linked to (verified on every backend request).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is our differentiator. Critical point for Q&amp;A: the LLM does NOT receive patient data from the client — the FastAPI backend fetches it from the DB and builds the prompt. Model: Llama 3.3 70B via OpenRouter. STT/TTS run locally (GPU). Symptom triage mixes a deterministic keyword check with the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highest-stakes feature. SOS is reachable from EVERY patient screen via a persistent overlay button. The flow combines push (FCM) for alerting and Agora RTC for the live video call, with a worker-based escalation safety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we understand the rubric's state-management and navigation criteria. Riverpod gives compile-safe, testable, reactive state. The Dio interceptor centralizes auth. Explain provider invalidation after an edit pops a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Maps directly to rubric items: device features (camera, mic, push, video) and data persistence (sqflite). Profile images are stored locally with full CRUD; the server DB remains the source of truth for health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the interactivity and responsiveness/UX rubric items. The Dismissible + Undo is a concrete interactivity example. Theming + text scaling + orientation lock = responsiveness &amp; consistent UX for elderly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confidently. Restate the value proposition in one line, thank the panel, and open the floor. Be ready for the technical Q&amp;A (separate prep).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011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95728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Segoe UI"/>
              </a:rPr>
              <a:t>MedBuddy</a:t>
            </a:r>
          </a:p>
          <a:p>
            <a:r>
              <a:rPr sz="2400" b="0" i="0">
                <a:solidFill>
                  <a:srgbClr val="CCFBF1"/>
                </a:solidFill>
                <a:latin typeface="Segoe UI"/>
              </a:rPr>
              <a:t>AI-Powered Elderly Health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CCFBF1"/>
                </a:solidFill>
                <a:latin typeface="Segoe UI"/>
              </a:rPr>
              <a:t>MOBILE PROGRAMMING  ·  FINAL DISCUSSION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Segoe UI"/>
              </a:rPr>
              <a:t>Team04</a:t>
            </a:r>
          </a:p>
          <a:p>
            <a:r>
              <a:rPr sz="1400" b="0" i="0">
                <a:solidFill>
                  <a:srgbClr val="E6FFFA"/>
                </a:solidFill>
                <a:latin typeface="Segoe UI"/>
              </a:rPr>
              <a:t>2022/08211   Ahmed Samer</a:t>
            </a:r>
          </a:p>
          <a:p>
            <a:r>
              <a:rPr sz="1400" b="0" i="0">
                <a:solidFill>
                  <a:srgbClr val="E6FFFA"/>
                </a:solidFill>
                <a:latin typeface="Segoe UI"/>
              </a:rPr>
              <a:t>2022/05974   Ali Abdallah</a:t>
            </a:r>
          </a:p>
          <a:p>
            <a:r>
              <a:rPr sz="1400" b="0" i="0">
                <a:solidFill>
                  <a:srgbClr val="E6FFFA"/>
                </a:solidFill>
                <a:latin typeface="Segoe UI"/>
              </a:rPr>
              <a:t>2022/00106   Ismail Hesham</a:t>
            </a:r>
          </a:p>
          <a:p>
            <a:r>
              <a:rPr sz="1400" b="0" i="0">
                <a:solidFill>
                  <a:srgbClr val="E6FFFA"/>
                </a:solidFill>
                <a:latin typeface="Segoe UI"/>
              </a:rPr>
              <a:t>2022/02645   Abu Bakr Hegazy</a:t>
            </a:r>
          </a:p>
          <a:p>
            <a:r>
              <a:rPr sz="1400" b="0" i="0">
                <a:solidFill>
                  <a:srgbClr val="E6FFFA"/>
                </a:solidFill>
                <a:latin typeface="Segoe UI"/>
              </a:rPr>
              <a:t>2022/03469   Mena Khaled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MOTIVATION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The Problem We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900" b="0" i="0">
                <a:solidFill>
                  <a:srgbClr val="1F2937"/>
                </a:solidFill>
                <a:latin typeface="Segoe UI"/>
              </a:rPr>
              <a:t>•  Elderly patients often forget medications or take wrong doses.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1F2937"/>
                </a:solidFill>
                <a:latin typeface="Segoe UI"/>
              </a:rPr>
              <a:t>•  Subtle declines in mood, sleep, energy and pain go unnoticed until serious.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1F2937"/>
                </a:solidFill>
                <a:latin typeface="Segoe UI"/>
              </a:rPr>
              <a:t>•  In a fall or emergency, every minute matters — but help is often far away.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1F2937"/>
                </a:solidFill>
                <a:latin typeface="Segoe UI"/>
              </a:rPr>
              <a:t>•  Family caregivers want reassurance but cannot watch over a parent 24/7.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1F2937"/>
                </a:solidFill>
                <a:latin typeface="Segoe UI"/>
              </a:rPr>
              <a:t>•  Existing apps are built for tech-savvy users, not seniors.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28523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1">
                <a:solidFill>
                  <a:srgbClr val="0F766E"/>
                </a:solidFill>
                <a:latin typeface="Segoe UI"/>
              </a:rPr>
              <a:t>Goal:  a single, simple app that keeps seniors safe and healthy — and keeps their caregivers connected and informed.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SOLUTION OVERVIEW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Two Roles, One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20624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54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0F766E"/>
                </a:solidFill>
                <a:latin typeface="Segoe UI"/>
              </a:rPr>
              <a:t>👤  Patient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Medication schedule &amp; reminders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Daily wellness check-ins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AI health buddy (chat + voice)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Symptom logging with AI triage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One-tap SOS on every screen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Personal health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212080" cy="420624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754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0F766E"/>
                </a:solidFill>
                <a:latin typeface="Segoe UI"/>
              </a:rPr>
              <a:t>🩺  Caregiver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Link to a patient via secure code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Read-only health dashboards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Wellness, meds, symptoms &amp; emergencies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Two-way secure messaging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Instant emergency alerts (push)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Auto-join emergency video call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HOW IT FITS TOGETHER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834640" cy="13716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Flutter App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Patient + Caregiver UI
Riverpod · 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286000"/>
            <a:ext cx="2834640" cy="1371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FastAPI Backend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REST API · workers
service-role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286000"/>
            <a:ext cx="2834640" cy="1371600"/>
          </a:xfrm>
          <a:prstGeom prst="roundRect">
            <a:avLst/>
          </a:prstGeom>
          <a:solidFill>
            <a:srgbClr val="33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Supabase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Postgres + Auth (JWT)</a:t>
            </a:r>
          </a:p>
        </p:txBody>
      </p:sp>
      <p:sp>
        <p:nvSpPr>
          <p:cNvPr id="8" name="Left-Right Arrow 7"/>
          <p:cNvSpPr/>
          <p:nvPr/>
        </p:nvSpPr>
        <p:spPr>
          <a:xfrm>
            <a:off x="3611880" y="2697480"/>
            <a:ext cx="1005840" cy="292608"/>
          </a:xfrm>
          <a:prstGeom prst="left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ft-Right Arrow 8"/>
          <p:cNvSpPr/>
          <p:nvPr/>
        </p:nvSpPr>
        <p:spPr>
          <a:xfrm>
            <a:off x="7543800" y="2697480"/>
            <a:ext cx="1005840" cy="292608"/>
          </a:xfrm>
          <a:prstGeom prst="left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4297680"/>
            <a:ext cx="2834640" cy="12801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F2937"/>
                </a:solidFill>
                <a:latin typeface="Segoe UI"/>
              </a:rPr>
              <a:t>AI Services</a:t>
            </a:r>
          </a:p>
          <a:p>
            <a:pPr algn="ctr"/>
            <a:r>
              <a:rPr sz="1000" b="0" i="0">
                <a:solidFill>
                  <a:srgbClr val="1F2937"/>
                </a:solidFill>
                <a:latin typeface="Segoe UI"/>
              </a:rPr>
              <a:t>LLM · STT · TTS
Agora · FCM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657600"/>
            <a:ext cx="38100" cy="6400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1">
                <a:solidFill>
                  <a:srgbClr val="6B7280"/>
                </a:solidFill>
                <a:latin typeface="Segoe UI"/>
              </a:rPr>
              <a:t>Auth-only Supabase:  Flutter uses Supabase only for login/session; ALL data flows through FastAPI, which holds the service-role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WHAT WE BUILT WITH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743200" cy="429768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65960"/>
            <a:ext cx="2414016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0F766E"/>
                </a:solidFill>
                <a:latin typeface="Segoe UI"/>
              </a:rPr>
              <a:t>Frontend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Flutter 3.x / Dart 3.11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Riverpod 2.5 (state)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Dio 5.4 (HTTP)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sqflite (local cache)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image_picker, permission_handler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3008" y="1828800"/>
            <a:ext cx="2743200" cy="429768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65960"/>
            <a:ext cx="2414016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0F766E"/>
                </a:solidFill>
                <a:latin typeface="Segoe UI"/>
              </a:rPr>
              <a:t>Backend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FastAPI (Python)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Supabase-py (service role)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Background workers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slowapi (rate limiting)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Pydantic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5936" y="1828800"/>
            <a:ext cx="2743200" cy="429768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65960"/>
            <a:ext cx="2414016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0F766E"/>
                </a:solidFill>
                <a:latin typeface="Segoe UI"/>
              </a:rPr>
              <a:t>Data &amp; Auth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Supabase Postgres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Supabase Auth (JWT)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Role in user_metadata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Row-based ownership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Soft-delete + indexes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98864" y="1828800"/>
            <a:ext cx="2743200" cy="429768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3456" y="1965960"/>
            <a:ext cx="2414016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0F766E"/>
                </a:solidFill>
                <a:latin typeface="Segoe UI"/>
              </a:rPr>
              <a:t>AI &amp; Realtime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OpenRouter — Llama 3.3 70B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faster-whisper (STT)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Chatterbox (TTS)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Agora RTC (video)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Firebase FCM (push)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CORE FUNCTIONALITY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Patient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932688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Guided onboarding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Profile, conditions, meds, contacts &amp; check-in prefs.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932688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01952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Medication schedule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Daily doses, reminders, mark-as-taken, adherence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07792"/>
            <a:ext cx="5212080" cy="932688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Wellness check-in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Mood, energy, sleep, pain — trend charts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07792"/>
            <a:ext cx="5212080" cy="932688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80944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AI health buddy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Context-aware chat + voice (speech-to-text / text-to-speech).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86784"/>
            <a:ext cx="5212080" cy="932688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59936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Symptom log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Free-text symptoms with AI severity triage &amp; swipe-to-delete.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86784"/>
            <a:ext cx="5212080" cy="932688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59936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History hub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Wellness, symptoms, medications, emergencies, visit summaries.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65776"/>
            <a:ext cx="5212080" cy="932688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38928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SOS button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One tap on every screen → emergency 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065776"/>
            <a:ext cx="5212080" cy="932688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138928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Profile photo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Camera/gallery upload, cached locally (sqflite).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REMOTE CARE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Caregiver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932688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Secure linking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Patient generates a 6-digit code; caregiver accepts to link.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932688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01952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Patient dashboards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Read-only views of all patient health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07792"/>
            <a:ext cx="5212080" cy="932688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Wellness &amp; symptoms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See check-in trends and AI-flagged symptoms.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07792"/>
            <a:ext cx="5212080" cy="932688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80944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Medication view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Patient's active medications and adherence.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86784"/>
            <a:ext cx="5212080" cy="932688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59936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Emergency log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History of SOS / fall events and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86784"/>
            <a:ext cx="5212080" cy="932688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59936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Secure messaging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Two-way chat thread with the patient.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65776"/>
            <a:ext cx="5212080" cy="932688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38928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Push alerts (FCM)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Instant notification when an emergency is triggered.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065776"/>
            <a:ext cx="5212080" cy="932688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138928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Segoe UI"/>
              </a:rPr>
              <a:t>Auto-join call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Ringtone + auto-join the patient's emergency video 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THE SMART LAYER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AI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Context-aware chat — the backend injects the patient's name, age, language, conditions and medications into the system prompt, so the AI answers personally.</a:t>
            </a:r>
          </a:p>
          <a:p>
            <a:pPr lvl="1">
              <a:spcAft>
                <a:spcPts val="11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</a:rPr>
              <a:t>–  Server-side prompt building keeps patient data secure and the client thin.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Voice interaction — faster-whisper converts speech → text; Chatterbox converts the reply → natural speech for hands-free use.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Symptom triage — each logged symptom is classified (normal / watch / flagged); an emergency keyword list short-circuits to an instant flag.</a:t>
            </a:r>
          </a:p>
          <a:p>
            <a:pPr lvl="1">
              <a:spcAft>
                <a:spcPts val="11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</a:rPr>
              <a:t>–  Flagged symptoms automatically notify linked caregivers.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Visit summary extraction — an LLM turns a doctor-visit transcript into structured notes (diagnosis, medications, follow-ups).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1F2937"/>
                </a:solidFill>
                <a:latin typeface="Segoe UI"/>
              </a:rPr>
              <a:t>•  All responses are kept short, warm, and in the patient's preferred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WHEN IT MATTERS MOST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Emergency &amp; SOS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993392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0F766E"/>
                </a:solidFill>
                <a:latin typeface="Segoe UI"/>
              </a:rPr>
              <a:t>Trigger   </a:t>
            </a:r>
            <a:r>
              <a:rPr sz="1500" b="0" i="0">
                <a:solidFill>
                  <a:srgbClr val="1F2937"/>
                </a:solidFill>
                <a:latin typeface="Segoe UI"/>
              </a:rPr>
              <a:t>Patient taps SOS (or a fall is detected) on any screen.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852928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834640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0F766E"/>
                </a:solidFill>
                <a:latin typeface="Segoe UI"/>
              </a:rPr>
              <a:t>Verify   </a:t>
            </a:r>
            <a:r>
              <a:rPr sz="1500" b="0" i="0">
                <a:solidFill>
                  <a:srgbClr val="1F2937"/>
                </a:solidFill>
                <a:latin typeface="Segoe UI"/>
              </a:rPr>
              <a:t>Quick liveness check to filter false alarms.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694176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675888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0F766E"/>
                </a:solidFill>
                <a:latin typeface="Segoe UI"/>
              </a:rPr>
              <a:t>Notify   </a:t>
            </a:r>
            <a:r>
              <a:rPr sz="1500" b="0" i="0">
                <a:solidFill>
                  <a:srgbClr val="1F2937"/>
                </a:solidFill>
                <a:latin typeface="Segoe UI"/>
              </a:rPr>
              <a:t>Backend pushes FCM alerts to all linked caregivers.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535424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517136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0F766E"/>
                </a:solidFill>
                <a:latin typeface="Segoe UI"/>
              </a:rPr>
              <a:t>Connect   </a:t>
            </a:r>
            <a:r>
              <a:rPr sz="1500" b="0" i="0">
                <a:solidFill>
                  <a:srgbClr val="1F2937"/>
                </a:solidFill>
                <a:latin typeface="Segoe UI"/>
              </a:rPr>
              <a:t>Agora video call opens; caregiver phone rings &amp; auto-joins.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376672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5358384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0F766E"/>
                </a:solidFill>
                <a:latin typeface="Segoe UI"/>
              </a:rPr>
              <a:t>Escalate   </a:t>
            </a:r>
            <a:r>
              <a:rPr sz="1500" b="0" i="0">
                <a:solidFill>
                  <a:srgbClr val="1F2937"/>
                </a:solidFill>
                <a:latin typeface="Segoe UI"/>
              </a:rPr>
              <a:t>Background worker escalates if no caregiver responds.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ARCHITECTURE IN THE APP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State Management &amp;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Riverpod 2.5 — StateNotifierProvider for mutable flows (meds, symptoms, chat) and FutureProvider(.family) for async reads (per-patient data).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Single Dio instance with an interceptor that injects the Bearer token on every request and signs the user out on 401.</a:t>
            </a:r>
          </a:p>
          <a:p>
            <a:pPr lvl="1">
              <a:spcAft>
                <a:spcPts val="12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</a:rPr>
              <a:t>–  Configurable base URL via --dart-define=API_BASE for emulator vs real device.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Named routes drive navigation; role decides the patient vs caregiver shell and bottom-nav destinations.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Providers are invalidated after edits so screens refresh with fresh server data.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Defensive patterns — display-level de-duplication, null-guards with loading/retry states instead of placeholder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NATIVE CAPABILITIES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Device Features &amp; Persistence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420624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463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0F766E"/>
                </a:solidFill>
                <a:latin typeface="Segoe UI"/>
              </a:rPr>
              <a:t>Device Features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Camera &amp; Gallery — profile photo (image_picker)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Microphone &amp; Audio — STT / TTS / voice notes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Push notifications — Firebase FCM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Video &amp; audio call — Agora RTC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Runtime permissions — permission_handler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Ringtone playback on incoming emergency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03520" cy="420624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8463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0F766E"/>
                </a:solidFill>
                <a:latin typeface="Segoe UI"/>
              </a:rPr>
              <a:t>Data Persistence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sqflite local DB on device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profile_images table (full CRUD)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Photos cached locally per user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Supabase Postgres = source of truth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Soft-delete + unique indexes server-side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Survives app restarts &amp; offline reads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SENIOR-FRIENDLY DESIGN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Interactivity &amp; UX Polish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Swipe-to-delete with Undo — symptom entries use a Dismissible + a floating Undo SnackBar to prevent accidental loss.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Consistent theming — single teal design system (colors, dimens, text styles) across every screen.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Accessibility — large tap targets, high contrast, clamped text scaling so the layout never breaks when the OS font is enlarged.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Portrait orientation lock for a predictable senior experience.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Responsive layouts — Wrap/Flexible widgets adapt to long content &amp; screen sizes.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Clear feedback — loading spinners, retry states, success/error SnackBars.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CONCLUSION</a:t>
            </a:r>
          </a:p>
          <a:p>
            <a:r>
              <a:rPr sz="3000" b="1" i="0">
                <a:solidFill>
                  <a:srgbClr val="1F2937"/>
                </a:solidFill>
                <a:latin typeface="Segoe UI"/>
              </a:rPr>
              <a:t>Challenges, Learnings &amp; 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05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365760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93392"/>
            <a:ext cx="48463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0F766E"/>
                </a:solidFill>
                <a:latin typeface="Segoe UI"/>
              </a:rPr>
              <a:t>Challenges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Auth-only Supabase + backend service role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Giving the AI real patient context securely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Running GPU AI services (STT/TTS) locally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Emulator vs real-device networking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Duplicate-data bugs → indexes + 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03520" cy="365760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93392"/>
            <a:ext cx="48463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0F766E"/>
                </a:solidFill>
                <a:latin typeface="Segoe UI"/>
              </a:rPr>
              <a:t>What We Learned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End-to-end mobile + backend + AI integration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Secure auth &amp; role-based access design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Reactive state management at scale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Real-time features (push + video)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Shipping a polished, accessible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MedBuddy — keeping seniors safe, and caregivers connected.   Thank you!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